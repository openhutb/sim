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296150" cy="133921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289802" cy="133921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806678" y="1983112"/>
            <a:ext cx="1633854" cy="789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国内外研究动态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5600" indent="-342900" algn="l" rtl="0" eaLnBrk="0">
              <a:lnSpc>
                <a:spcPct val="116000"/>
              </a:lnSpc>
              <a:spcBef>
                <a:spcPts val="511"/>
              </a:spcBef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Chrono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仿真算法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理论框架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97000"/>
              </a:lnSpc>
              <a:spcBef>
                <a:spcPts val="518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技术挑战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665" indent="-227965" algn="l" rtl="0" eaLnBrk="0">
              <a:lnSpc>
                <a:spcPct val="104000"/>
              </a:lnSpc>
              <a:spcBef>
                <a:spcPts val="516"/>
              </a:spcBef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Chrono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仿真模型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实现与改进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50" algn="l" rtl="0" eaLnBrk="0">
              <a:lnSpc>
                <a:spcPct val="97000"/>
              </a:lnSpc>
              <a:spcBef>
                <a:spcPts val="512"/>
              </a:spcBef>
              <a:tabLst/>
            </a:pPr>
            <a:r>
              <a:rPr sz="17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现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Chrono</a:t>
            </a:r>
            <a:r>
              <a:rPr sz="17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模型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0665" algn="l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实验与分析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457172" y="11122265"/>
            <a:ext cx="6442709" cy="1797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实验环境准备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评价指标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实验结构与分析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90164" algn="l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总结与展望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36566" y="1983112"/>
            <a:ext cx="1624330" cy="6341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研究背景与意义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97000"/>
              </a:lnSpc>
              <a:spcBef>
                <a:spcPts val="571"/>
              </a:spcBef>
              <a:tabLst/>
            </a:pP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任务介绍</a:t>
            </a:r>
            <a:endParaRPr sz="1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94000"/>
              </a:lnSpc>
              <a:tabLst/>
            </a:pP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原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Physx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模型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5295905" y="1984667"/>
            <a:ext cx="1620519" cy="6372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论文结构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0014" algn="l" rtl="0" eaLnBrk="0">
              <a:lnSpc>
                <a:spcPct val="97000"/>
              </a:lnSpc>
              <a:spcBef>
                <a:spcPts val="516"/>
              </a:spcBef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优化仿真模型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3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二者优劣势对比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371837" y="429931"/>
            <a:ext cx="494030" cy="30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绪论</a:t>
            </a:r>
            <a:endParaRPr sz="19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2026-06-09T13:24:11Z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2026-06-09T13:24:11</vt:filetime>
  </property>
  <property fmtid="{D5CDD505-2E9C-101B-9397-08002B2CF9AE}" pid="4" name="UsrData">
    <vt:lpwstr>6a27a37a241dd4001fbcb589wl</vt:lpwstr>
  </property>
</Properties>
</file>